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7-story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7870289-2488-4BFC-9156-E5254BF6AFF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7-story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F763E47-387A-4ECF-8B81-4021597D445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12/6/2024 9:58:55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CD854B5A-1BD7-4B76-A8CD-819AB2A7E9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D9018280-E9A4-41C1-8019-2AC0BB5077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4E891732-C3D8-4337-A23B-810E08911F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719"/>
            <a:ext cx="12192000" cy="49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2024-12-06T09:58:57Z</dcterms:created>
  <dcterms:modified xsi:type="dcterms:W3CDTF">2024-12-06T09:58:57Z</dcterms:modified>
</cp:coreProperties>
</file>