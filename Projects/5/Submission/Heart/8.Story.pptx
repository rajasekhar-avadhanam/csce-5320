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roject-5-1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C640BEA-9685-4785-9594-865924781BD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Project-5-1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DF5C61F-328C-457C-B36F-8BFC7D39285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12/6/2024 9:11:27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BEE54150-EC0A-4CEE-86A0-E2F6D0B780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719"/>
            <a:ext cx="1219200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A26350CB-FCAC-4D2F-B7CA-16B804466F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719"/>
            <a:ext cx="1219200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A36A2C5E-3351-4A48-A3D6-89894294DB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719"/>
            <a:ext cx="1219200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2024-12-06T09:11:28Z</dcterms:created>
  <dcterms:modified xsi:type="dcterms:W3CDTF">2024-12-06T09:11:28Z</dcterms:modified>
</cp:coreProperties>
</file>